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57200"/>
            <a:ext cx="4114800" cy="4114800"/>
          </a:xfrm>
          <a:prstGeom prst="ellipse">
            <a:avLst/>
          </a:prstGeom>
          <a:solidFill>
            <a:srgbClr val="4A90D9">
              <a:alpha val="15000"/>
            </a:srgbClr>
          </a:solidFill>
          <a:ln w="12700">
            <a:solidFill>
              <a:srgbClr val="4A90D9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1097280"/>
            <a:ext cx="2743200" cy="2743200"/>
          </a:xfrm>
          <a:prstGeom prst="ellipse">
            <a:avLst/>
          </a:prstGeom>
          <a:solidFill>
            <a:srgbClr val="4A90D9">
              <a:alpha val="25000"/>
            </a:srgbClr>
          </a:solidFill>
          <a:ln w="12700">
            <a:solidFill>
              <a:srgbClr val="4A90D9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Σύστημα Διαχείρισης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Συνταγών Μαγειρικής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50 — Ομαδική Εργασία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Βασιλική Καλδή  •  Χριστόφορος Κωτσάλας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Πρωτοπαπάς Ευάγγελος  •  Στασινόπουλος Αναστάσιος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Ελληνικό Ανοικτό Πανεπιστήμιο  |  2025–2026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5001768"/>
            <a:ext cx="9144000" cy="14630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Φτιάξαμε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754880" cy="3474720"/>
          </a:xfrm>
          <a:prstGeom prst="rect">
            <a:avLst/>
          </a:prstGeom>
          <a:solidFill>
            <a:srgbClr val="F0F4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Σύστημα Καταγραφής Συνταγών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Κάθε συνταγή αποθηκεύεται ως δομημένη οντότητα: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Βασικά στοιχεία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Όνομα, κατηγορία, δυσκολία, χρόνος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Υλικά συνταγής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Λίστα με όλα τα υλικά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Βήματα εκτέλεσης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Τίτλος, περιγραφή, χρόνος, υλικά ανά βήμα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394960" y="1005840"/>
            <a:ext cx="3383280" cy="3474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0" y="1097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Τεχνολογίες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0" y="1691640"/>
            <a:ext cx="3017520" cy="548640"/>
          </a:xfrm>
          <a:prstGeom prst="rect">
            <a:avLst/>
          </a:prstGeom>
          <a:solidFill>
            <a:srgbClr val="4A90D9">
              <a:alpha val="8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17099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77840" y="196596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Γλώσσα προγραμματισμού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0" y="2404872"/>
            <a:ext cx="3017520" cy="548640"/>
          </a:xfrm>
          <a:prstGeom prst="rect">
            <a:avLst/>
          </a:prstGeom>
          <a:solidFill>
            <a:srgbClr val="4A90D9">
              <a:alpha val="8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2423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77840" y="267919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Βάση δεδομένων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0" y="3118104"/>
            <a:ext cx="3017520" cy="548640"/>
          </a:xfrm>
          <a:prstGeom prst="rect">
            <a:avLst/>
          </a:prstGeom>
          <a:solidFill>
            <a:srgbClr val="4A90D9">
              <a:alpha val="8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31363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77840" y="3392424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Γραφικό περιβάλλον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0" y="3831336"/>
            <a:ext cx="3017520" cy="548640"/>
          </a:xfrm>
          <a:prstGeom prst="rect">
            <a:avLst/>
          </a:prstGeom>
          <a:solidFill>
            <a:srgbClr val="4A90D9">
              <a:alpha val="8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38496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77840" y="4105656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Συνεργασία ομάδας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Αρχιτεκτονική Συστήματος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840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727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Παράθυρα Tkinter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2560320" cy="45720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93852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__init__.py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468880"/>
            <a:ext cx="2560320" cy="45720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48716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app_gui.py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017520"/>
            <a:ext cx="2560320" cy="45720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03580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create_recipe_window.py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566160"/>
            <a:ext cx="2560320" cy="45720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58444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recipe_details_window.py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4114800"/>
            <a:ext cx="2560320" cy="45720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13308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execute_recipe_window.py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1005840"/>
            <a:ext cx="2743200" cy="3840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291840" y="15727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Λογική εφαρμογής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1920240"/>
            <a:ext cx="2560320" cy="45720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193852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recipes_service.py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2468880"/>
            <a:ext cx="2560320" cy="45720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248716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db.py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3017520"/>
            <a:ext cx="2560320" cy="45720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303580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app_cli.py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0" y="3566160"/>
            <a:ext cx="2560320" cy="45720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358444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seed.py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1005840"/>
            <a:ext cx="2743200" cy="38404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217920" y="15727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1920240"/>
            <a:ext cx="2560320" cy="45720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193852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database.py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2468880"/>
            <a:ext cx="2560320" cy="45720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248716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recipes.db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3017520"/>
            <a:ext cx="2560320" cy="45720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303580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seed.py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δεν γράφει SQL — καλεί συναρτήσεις από το backend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Βάση Δεδομένων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789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category,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difficulty, total_minutes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UNIQUE(name, category)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937760" y="1005840"/>
            <a:ext cx="4114800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0789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46304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 (UNIQUE)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Κάθε υλικό μία φορά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651760"/>
            <a:ext cx="4114800" cy="1417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7249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10896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recipe_id, step_order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description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duration_minutes + CASCADE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97480" y="3794760"/>
            <a:ext cx="4114800" cy="1417320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8920" y="38679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recipe_ingredients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88920" y="425196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recipe_id + ingredient_id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 σχέση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77840" y="2651760"/>
            <a:ext cx="4114800" cy="14173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27249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step_ingredients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69280" y="310896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step_id + ingredient_id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 σχέση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DELETE CASCADE — διαγραφή συνταγής διαγράφει αυτόματα βήματα &amp; συσχετίσεις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Λειτουργίες Εφαρμογής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645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143000"/>
            <a:ext cx="502920" cy="5029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143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Καταχώρηση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Νέα συνταγή με υλικά και βήματα. Κάθε βήμα έχει τίτλο, περιγραφή, χρόνο και υλικά.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114800" cy="1645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143000"/>
            <a:ext cx="502920" cy="5029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40680" y="1143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Αναζήτηση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69164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 βάση όνομα ή κατηγορία. Μερική αντιστοίχιση (LIKE). Εμφάνιση όλων.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4114800" cy="1645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971800"/>
            <a:ext cx="502920" cy="5029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2971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Τροποποίηση / Διαγραφή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352044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Επεξεργασία βασικών στοιχείων. Διαγραφή με επιβεβαίωση και CASCADE.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834640"/>
            <a:ext cx="4114800" cy="16459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2971800"/>
            <a:ext cx="502920" cy="5029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40680" y="2971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Εκτέλεση Βήμα-Βήμα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352044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Καθοδηγούμενη εκτέλεση με progress bar βασισμένο σε χρόνο, όχι αριθμό βημάτων.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— Καρμπονάρα</a:t>
            </a:r>
            <a:endParaRPr lang="en-US" sz="3000" dirty="0"/>
          </a:p>
        </p:txBody>
      </p:sp>
      <p:pic>
        <p:nvPicPr>
          <p:cNvPr id="4" name="Image 0" descr="/home/claude/new_sc1_kentiko_karm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14400"/>
            <a:ext cx="4114800" cy="2194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154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Κεντρικό παράθυρο</a:t>
            </a:r>
            <a:endParaRPr lang="en-US" sz="1100" dirty="0"/>
          </a:p>
        </p:txBody>
      </p:sp>
      <p:pic>
        <p:nvPicPr>
          <p:cNvPr id="6" name="Image 1" descr="/home/claude/new_sc2_leptomeries_karm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914400"/>
            <a:ext cx="4114800" cy="21945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54880" y="3154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Λεπτομέρειες Καρμπονάρα</a:t>
            </a:r>
            <a:endParaRPr lang="en-US" sz="1100" dirty="0"/>
          </a:p>
        </p:txBody>
      </p:sp>
      <p:pic>
        <p:nvPicPr>
          <p:cNvPr id="8" name="Image 2" descr="/home/claude/new_sc3_ektelesi_b1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74320" y="3566160"/>
            <a:ext cx="4114800" cy="1371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74320" y="489204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Εκτέλεση Βήμα 1 — 0%</a:t>
            </a:r>
            <a:endParaRPr lang="en-US" sz="1000" dirty="0"/>
          </a:p>
        </p:txBody>
      </p:sp>
      <p:pic>
        <p:nvPicPr>
          <p:cNvPr id="10" name="Image 3" descr="/home/claude/new_sc4_ektelesi_b2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754880" y="3566160"/>
            <a:ext cx="4114800" cy="1371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754880" y="489204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Εκτέλεση Βήμα 2 — 50%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— Νέα Συνταγή &amp; Ολοκλήρωση</a:t>
            </a:r>
            <a:endParaRPr lang="en-US" sz="2800" dirty="0"/>
          </a:p>
        </p:txBody>
      </p:sp>
      <p:pic>
        <p:nvPicPr>
          <p:cNvPr id="4" name="Image 0" descr="/home/claude/new_sc9_nea_syntaghi_fill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14400"/>
            <a:ext cx="4114800" cy="2194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154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Δημιουργία ΜΠΡΙΑΜ</a:t>
            </a:r>
            <a:endParaRPr lang="en-US" sz="1100" dirty="0"/>
          </a:p>
        </p:txBody>
      </p:sp>
      <p:pic>
        <p:nvPicPr>
          <p:cNvPr id="6" name="Image 1" descr="/home/claude/new_sc13_leptomeries_mpriam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914400"/>
            <a:ext cx="4114800" cy="21945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54880" y="3154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Λεπτομέρειες ΜΠΡΙΑΜ</a:t>
            </a:r>
            <a:endParaRPr lang="en-US" sz="1100" dirty="0"/>
          </a:p>
        </p:txBody>
      </p:sp>
      <p:pic>
        <p:nvPicPr>
          <p:cNvPr id="8" name="Image 2" descr="/home/claude/new_sc5_ektelesi_b3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74320" y="3566160"/>
            <a:ext cx="4114800" cy="1371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74320" y="489204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Εκτέλεση Βήμα 3 — 80%</a:t>
            </a:r>
            <a:endParaRPr lang="en-US" sz="1000" dirty="0"/>
          </a:p>
        </p:txBody>
      </p:sp>
      <p:pic>
        <p:nvPicPr>
          <p:cNvPr id="10" name="Image 3" descr="/home/claude/new_sc7_synagxarithria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754880" y="3566160"/>
            <a:ext cx="4114800" cy="1371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754880" y="489204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Μήνυμα ολοκλήρωσης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Δομή Project</a:t>
            </a:r>
            <a:endParaRPr lang="en-US" sz="3000" dirty="0"/>
          </a:p>
        </p:txBody>
      </p:sp>
      <p:pic>
        <p:nvPicPr>
          <p:cNvPr id="4" name="Image 0" descr="/home/claude/sc_project_stru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0" y="914400"/>
            <a:ext cx="320040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4632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937760" y="128016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db.py — σύνδεση βάσης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937760" y="160020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database.py — δημιουργία πινάκων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937760" y="192024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recipes_service.py — CRUD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937760" y="224028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seed.py — δοκιμαστικά δεδομένα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37760" y="256032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app_cli.py — CLI έκδοση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937760" y="288036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recipes.db — αρχείο βάσης SQLite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46320" y="3017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gui/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937760" y="338328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__init__.py — Python package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37760" y="370332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app_gui.py — κεντρικό παράθυρο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937760" y="402336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create_recipe_window.py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937760" y="434340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recipe_details_window.py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937760" y="466344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execute_recipe_window.py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Κώδικας στο GitHub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github.com/Kotsalas/hou-plhpro-team-project-cooking-recipes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7589520" cy="0"/>
          </a:xfrm>
          <a:prstGeom prst="line">
            <a:avLst/>
          </a:prstGeom>
          <a:noFill/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14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51760" y="2514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5176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2514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100%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Γλώσσα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0" y="2514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gui / docs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7512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Φάκελοι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383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project είναι δημόσιο — κώδικας, commits και ιστορία ανάπτυξης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Κατανομή Εργασιών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840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7899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Βασιλική Καλδή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Βάση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2103120"/>
            <a:ext cx="2468880" cy="68580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2140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Σχεδιασμός 5 πινάκων SQLite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926080"/>
            <a:ext cx="2468880" cy="68580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4436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recipes_service.py (CRUD)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3749040"/>
            <a:ext cx="2468880" cy="68580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76732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db.py, database.py, seed.py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005840"/>
            <a:ext cx="2743200" cy="3840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07899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Χριστόφορος Κωτσάλας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1691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&amp; GitHub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37560" y="2103120"/>
            <a:ext cx="2468880" cy="68580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212140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παράθυρα Tkinter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37560" y="2926080"/>
            <a:ext cx="2468880" cy="68580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294436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Σύνδεση GUI με backend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37560" y="3749040"/>
            <a:ext cx="2468880" cy="68580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376732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commits στο GitHub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1005840"/>
            <a:ext cx="2743200" cy="3840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107899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Πρωτοπαπάς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Στασινόπουλος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17920" y="1691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Δοκιμές &amp; Τεκμηρίωση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63640" y="2103120"/>
            <a:ext cx="2468880" cy="68580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212140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Δοκιμή λειτουργιών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63640" y="2926080"/>
            <a:ext cx="2468880" cy="68580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294436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README, CONTRIBUTING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3749040"/>
            <a:ext cx="2468880" cy="68580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376732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Συντονισμός ομάδας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Συνεργασία μέσω GitHub — 43 commits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2286000"/>
            <a:ext cx="3657600" cy="3657600"/>
          </a:xfrm>
          <a:prstGeom prst="ellipse">
            <a:avLst/>
          </a:prstGeom>
          <a:solidFill>
            <a:srgbClr val="4A90D9">
              <a:alpha val="15000"/>
            </a:srgbClr>
          </a:solidFill>
          <a:ln w="12700">
            <a:solidFill>
              <a:srgbClr val="4A90D9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Συμπεράσματα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0" y="1234440"/>
            <a:ext cx="5943600" cy="566928"/>
          </a:xfrm>
          <a:prstGeom prst="rect">
            <a:avLst/>
          </a:prstGeom>
          <a:solidFill>
            <a:srgbClr val="4A90D9">
              <a:alpha val="20000"/>
            </a:srgbClr>
          </a:solidFill>
          <a:ln w="12700">
            <a:solidFill>
              <a:srgbClr val="4A90D9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31720" y="1298448"/>
            <a:ext cx="347472" cy="34747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31720" y="12984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1261872"/>
            <a:ext cx="5760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Λειτουργική εφαρμογή που καλύπτει όλα τα ζητούμενα της εκφώνησης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0" y="1947672"/>
            <a:ext cx="5943600" cy="566928"/>
          </a:xfrm>
          <a:prstGeom prst="rect">
            <a:avLst/>
          </a:prstGeom>
          <a:solidFill>
            <a:srgbClr val="4A90D9">
              <a:alpha val="20000"/>
            </a:srgbClr>
          </a:solidFill>
          <a:ln w="12700">
            <a:solidFill>
              <a:srgbClr val="4A90D9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31720" y="2011680"/>
            <a:ext cx="347472" cy="34747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20116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34640" y="1975104"/>
            <a:ext cx="5760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Σχεσιακή βάση δεδομένων με 5 πίνακες και σχέσεις many-to-many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0" y="2660904"/>
            <a:ext cx="5943600" cy="566928"/>
          </a:xfrm>
          <a:prstGeom prst="rect">
            <a:avLst/>
          </a:prstGeom>
          <a:solidFill>
            <a:srgbClr val="4A90D9">
              <a:alpha val="20000"/>
            </a:srgbClr>
          </a:solidFill>
          <a:ln w="12700">
            <a:solidFill>
              <a:srgbClr val="4A90D9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31720" y="2724912"/>
            <a:ext cx="347472" cy="34747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31720" y="27249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34640" y="2688336"/>
            <a:ext cx="5760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Καθαρή αρχιτεκτονική με διαχωρισμό backend / GUI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0" y="3374136"/>
            <a:ext cx="5943600" cy="566928"/>
          </a:xfrm>
          <a:prstGeom prst="rect">
            <a:avLst/>
          </a:prstGeom>
          <a:solidFill>
            <a:srgbClr val="4A90D9">
              <a:alpha val="20000"/>
            </a:srgbClr>
          </a:solidFill>
          <a:ln w="12700">
            <a:solidFill>
              <a:srgbClr val="4A90D9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31720" y="3438144"/>
            <a:ext cx="347472" cy="34747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31720" y="34381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34640" y="3401568"/>
            <a:ext cx="5760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bar εκτέλεσης βασισμένο σε χρόνο όπως ζητούσε η εκφώνηση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0" y="4087368"/>
            <a:ext cx="5943600" cy="566928"/>
          </a:xfrm>
          <a:prstGeom prst="rect">
            <a:avLst/>
          </a:prstGeom>
          <a:solidFill>
            <a:srgbClr val="4A90D9">
              <a:alpha val="20000"/>
            </a:srgbClr>
          </a:solidFill>
          <a:ln w="12700">
            <a:solidFill>
              <a:srgbClr val="4A90D9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31720" y="4151376"/>
            <a:ext cx="347472" cy="34747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31720" y="41513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834640" y="4114800"/>
            <a:ext cx="5760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Ομαδική ανάπτυξη μέσω GitHub — 43 commits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github.com/Kotsalas/hou-plhpro-team-project-cooking-recipes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5001768"/>
            <a:ext cx="9144000" cy="14630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Σύστημα Διαχείρισης Συνταγών Μαγειρικής</dc:title>
  <dc:subject>PptxGenJS Presentation</dc:subject>
  <dc:creator>PptxGenJS</dc:creator>
  <cp:lastModifiedBy>PptxGenJS</cp:lastModifiedBy>
  <cp:revision>1</cp:revision>
  <dcterms:created xsi:type="dcterms:W3CDTF">2026-05-04T17:14:38Z</dcterms:created>
  <dcterms:modified xsi:type="dcterms:W3CDTF">2026-05-04T17:14:38Z</dcterms:modified>
</cp:coreProperties>
</file>