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0"/>
            <a:ext cx="2743200" cy="274320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Σύστημα Διαχείρισης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Συνταγών Μαγειρικής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50 — Ομαδική Εργασία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Βασιλική Καλδή  •  Χριστόφορος Κωτσάλας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Πρωτοπαπάς Ευάγγελος  •  Στασινόπουλος Αναστάσιος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Ελληνικό Ανοικτό Πανεπιστήμιο  |  2025–2026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Φτιάξαμε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0" cy="347472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Σύστημα Καταγραφής Συνταγών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συνταγή αποθηκεύεται ως δομημένη οντότητα: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στοιχεία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Όνομα, κατηγορία, δυσκολία, χρόνος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Υλικά συνταγής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Λίστα με όλα τα υλικά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Βήματα εκτέλεσης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Τίτλος, περιγραφή, χρόνος, υλικά ανά βήμα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38328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Τεχνολογίες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09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965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404872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6791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δεδομένων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118104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339242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Γραφικό περιβάλλον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3831336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849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41056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Συνεργασία ομάδας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 Συστήματος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Παράθυρα Tkinter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38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87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app_gui.py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create_recipe_window.py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844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recipe_details_window.py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330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execute_recipe_window.py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Λογική εφαρμογής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938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recipes_service.py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87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app_cli.py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56616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5844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0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938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487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recipes.db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δεν γράφει SQL — καλεί συναρτήσεις από το backend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Δεδομένων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0000"/>
            <a:ext cx="4114800" cy="115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3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500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category,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difficulty, total_minutes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UNIQUE(name, category)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820000"/>
            <a:ext cx="4114800" cy="1150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893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2500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 (UNIQUE)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υλικό μία φορά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80000"/>
            <a:ext cx="4114800" cy="1150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53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6100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recipe_id, step_order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duration_minutes + CASCADE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540000"/>
            <a:ext cx="4114800" cy="9500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613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recipe_ingredients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3940000"/>
            <a:ext cx="39319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recipe_id + ingredient_id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σχέση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180000"/>
            <a:ext cx="4114800" cy="1150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253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step_ingredients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6100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step_id + ingredient_id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σχέση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620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— διαγραφή συνταγής διαγράφει αυτόματα βήματα &amp; συσχετίσεις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Λειτουργίες Εφαρμογής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Καταχώρηση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Νέα συνταγή με υλικά και βήματα. Κάθε βήμα έχει τίτλο, περιγραφή, χρόνο και υλικά.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430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βάση όνομα ή κατηγορία. Μερική αντιστοίχιση (LIKE). Εμφάνιση όλων.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718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Τροποποίηση / Διαγραφή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βασικών στοιχείων. Διαγραφή με επιβεβαίωση και CASCADE.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1645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9718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Βήμα-Βήμα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Καθοδηγούμενη εκτέλεση με progress bar βασισμένο σε χρόνο, όχι αριθμό βημάτων.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Καρμπονάρα</a:t>
            </a:r>
            <a:endParaRPr lang="en-US" sz="3000" dirty="0"/>
          </a:p>
        </p:txBody>
      </p:sp>
      <p:pic>
        <p:nvPicPr>
          <p:cNvPr id="4" name="Image 0" descr="/home/claude/new_sc1_kentiko_karmp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1148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Κεντρικό παράθυρο</a:t>
            </a:r>
            <a:endParaRPr lang="en-US" sz="1100" dirty="0"/>
          </a:p>
        </p:txBody>
      </p:sp>
      <p:pic>
        <p:nvPicPr>
          <p:cNvPr id="6" name="Image 1" descr="/home/claude/new_sc2_leptomeries_karmp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14400"/>
            <a:ext cx="411480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Λεπτομέρειες Καρμπονάρα</a:t>
            </a:r>
            <a:endParaRPr lang="en-US" sz="1100" dirty="0"/>
          </a:p>
        </p:txBody>
      </p:sp>
      <p:pic>
        <p:nvPicPr>
          <p:cNvPr id="8" name="Image 2" descr="/home/claude/new_sc3_ektelesi_b1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566160"/>
            <a:ext cx="41148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 1 — 0%</a:t>
            </a:r>
            <a:endParaRPr lang="en-US" sz="1000" dirty="0"/>
          </a:p>
        </p:txBody>
      </p:sp>
      <p:pic>
        <p:nvPicPr>
          <p:cNvPr id="10" name="Image 3" descr="/home/claude/new_sc4_ektelesi_b2.pn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3566160"/>
            <a:ext cx="4114800" cy="1371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88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 2 — 50%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Νέα Συνταγή &amp; Ολοκλήρωση</a:t>
            </a:r>
            <a:endParaRPr lang="en-US" sz="2800" dirty="0"/>
          </a:p>
        </p:txBody>
      </p:sp>
      <p:pic>
        <p:nvPicPr>
          <p:cNvPr id="4" name="Image 0" descr="/home/claude/new_sc9_nea_syntaghi_fill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1148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Δημιουργία ΜΠΡΙΑΜ</a:t>
            </a:r>
            <a:endParaRPr lang="en-US" sz="1100" dirty="0"/>
          </a:p>
        </p:txBody>
      </p:sp>
      <p:pic>
        <p:nvPicPr>
          <p:cNvPr id="6" name="Image 1" descr="/home/claude/new_sc13_leptomeries_mpriam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14400"/>
            <a:ext cx="411480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Λεπτομέρειες ΜΠΡΙΑΜ</a:t>
            </a:r>
            <a:endParaRPr lang="en-US" sz="1100" dirty="0"/>
          </a:p>
        </p:txBody>
      </p:sp>
      <p:pic>
        <p:nvPicPr>
          <p:cNvPr id="8" name="Image 2" descr="/home/claude/new_sc5_ektelesi_b3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566160"/>
            <a:ext cx="41148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 3 — 80%</a:t>
            </a:r>
            <a:endParaRPr lang="en-US" sz="1000" dirty="0"/>
          </a:p>
        </p:txBody>
      </p:sp>
      <p:pic>
        <p:nvPicPr>
          <p:cNvPr id="10" name="Image 3" descr="/home/claude/new_sc7_synagxarithria.pn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3566160"/>
            <a:ext cx="4114800" cy="1371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88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Μήνυμα ολοκλήρωσης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Δομή Project</a:t>
            </a:r>
            <a:endParaRPr lang="en-US" sz="3000" dirty="0"/>
          </a:p>
        </p:txBody>
      </p:sp>
      <p:pic>
        <p:nvPicPr>
          <p:cNvPr id="4" name="Image 0" descr="/home/claude/sc_project_structure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914400"/>
            <a:ext cx="3200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37760" y="12801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db.py — σύνδεση βάσης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37760" y="16002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database.py — δημιουργία πινάκων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19202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recipes_service.py — CRUD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2240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seed.py — δοκιμαστικά δεδομένα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25603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app_cli.py — CLI έκδοση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8803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recipes.db — αρχείο βάσης SQLite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gui/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3383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__init__.py — Python package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7033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app_gui.py — κεντρικό παράθυρο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40233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create_recipe_window.py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43434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recipe_details_window.py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4663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execute_recipe_window.py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Κώδικας στο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github.com/Kotsalas/hou-plhpro-team-project-cooking-recipes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58952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100%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gui / docs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Φάκελοι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project είναι δημόσιο — κώδικας, commits και ιστορία ανάπτυξης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Κατανομή Εργασιών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Βασιλική Καλδή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Βάση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10312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Σχεδιασμός 5 πινάκων SQLite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92608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recipes_service.py (CRUD)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74904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67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db.py, database.py, seed.py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78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Χριστόφορος Κωτσάλας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&amp; GitHub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21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παράθυρα Tkinter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92608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Σύνδεση GUI με 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74904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767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commits στο 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78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Πρωτοπαπάς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Στασινόπουλος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Δοκιμές &amp; Τεκμηρίωση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10312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121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Δοκιμή λειτουργιών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92608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CONTRIBUTING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749040"/>
            <a:ext cx="2468880" cy="6858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767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Συντονισμός ομάδας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Συνεργασία μέσω GitHub — 43 commits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Συμπεράσματα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29844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261872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Λειτουργική εφαρμογή που καλύπτει όλα τα ζητούμενα της εκφώνησης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947672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011680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975104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Σχεσιακή βάση δεδομένων με 5 πίνακες και σχέσεις many-to-many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60904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72491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688336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Καθαρή αρχιτεκτονική με διαχωρισμό backend / GUI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3374136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3438144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401568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εκτέλεσης βασισμένο σε χρόνο όπως ζητούσε η εκφώνηση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4087368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415137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4114800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Ομαδική ανάπτυξη μέσω GitHub — 43 commits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github.com/Kotsalas/hou-plhpro-team-project-cooking-recipes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Σύστημα Διαχείρισης Συνταγών Μαγειρικής</dc:title>
  <dc:subject>PptxGenJS Presentation</dc:subject>
  <dc:creator>PptxGenJS</dc:creator>
  <cp:lastModifiedBy>PptxGenJS</cp:lastModifiedBy>
  <cp:revision>1</cp:revision>
  <dcterms:created xsi:type="dcterms:W3CDTF">2026-05-04T17:14:38Z</dcterms:created>
  <dcterms:modified xsi:type="dcterms:W3CDTF">2026-05-04T17:14:38Z</dcterms:modified>
</cp:coreProperties>
</file>